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9A75C"/>
                </a:solidFill>
                <a:latin typeface="Georgia"/>
              </a:defRPr>
            </a:pPr>
            <a:r>
              <a:t>PROYECTO PAMPA ÑUSTA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500" b="1">
                <a:solidFill>
                  <a:srgbClr val="FFFFFF"/>
                </a:solidFill>
                <a:latin typeface="Georgia"/>
              </a:defRPr>
            </a:pPr>
            <a:r>
              <a:t>EL ALMA DE LOS ANDES,</a:t>
            </a:r>
            <a:br/>
            <a:r>
              <a:t>LA MENTE DE SILICON VALLEY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Conectamos la profunda sabiduría ancestral y el turismo comunitario inmersivo con el análisis matemático de millones de datos globales (Big Data).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75C"/>
                </a:solidFill>
              </a:defRPr>
            </a:pPr>
            <a:r>
              <a:t>CONFIDENTIAL PITCH DECK // GLOBAL INVESTORS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C9A75C"/>
                </a:solidFill>
                <a:latin typeface="Georgia"/>
              </a:defRPr>
            </a:pPr>
            <a:r>
              <a:t>I. LA ALQUIMIA DEL VALOR (RENTABILIDAD)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EL TIEMPO Y LA URGENCIA</a:t>
            </a:r>
            <a:br/>
            <a:r>
              <a:t>(Precios Dinámicos)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Así como la naturaleza tiene ciclos, el mercado tiene ritmos. Nuestros algoritmos (TimesFM) confirman que el forastero siente urgencia faltando 3 días para su viaje. Su necesidad de asegurar el espacio elimina la objeción del precio.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EL EQUILIBRIO DE ENERGÍAS</a:t>
            </a:r>
            <a:br/>
            <a:r>
              <a:t>(Petróleo y Divisas)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Estamos conectados al mundo. Si el Euro se fortalece, el europeo siente abundancia. La Inteligencia de Datos nos dice exactamente cuándo actuar y a quién dirigir nuestra publicidad.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C9A75C"/>
                </a:solidFill>
                <a:latin typeface="Georgia"/>
              </a:defRPr>
            </a:pPr>
            <a:r>
              <a:t>II. EL ESCUDO Y LA RAÍZ (FORMALIZACIÓN)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Las Raíces Legales (Certificación Mincetur / ISOs)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Para que un árbol crezca alto, sus raíces deben ser profundas y formales. Los grandes inversionistas y corporaciones de Europa exigen certificaciones estrictas (Normas ESG, ISO 9001) para enviar a sus viajeros. La informalidad es debilidad.</a:t>
            </a:r>
            <a:br/>
            <a:br/>
            <a:r>
              <a:t>EL MANDATO CORPORATIVO:</a:t>
            </a:r>
            <a:br/>
            <a:r>
              <a:t>Iniciar la certificación DIRCETUR e ISO. Es la llave maestra para abrir bóvedas de contratos internacionales.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13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i="1">
                <a:solidFill>
                  <a:srgbClr val="FFFFFF"/>
                </a:solidFill>
              </a:defRPr>
            </a:pPr>
            <a:r>
              <a:t>"Los algoritmos de Silicon Valley pueden predecir precios y comprar pasajes de avión a la velocidad de la luz. Pero jamás podrán mirar a los ojos a un forastero, jamás podrán tejer lana de alpaca bajo el sol, y jamás podrán abrazar."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0292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C9A75C"/>
                </a:solidFill>
              </a:defRPr>
            </a:pPr>
            <a:r>
              <a:t>EL VALOR INMUTABLE DE PAMPA ÑUSTA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